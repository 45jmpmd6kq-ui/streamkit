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000" y="1944000"/>
            <a:ext cx="10032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70FF"/>
                </a:solidFill>
                <a:latin typeface="Segoe UI"/>
              </a:rPr>
              <a:t>TES OUTILS DE STREAM, EN UN SEUL ENDROIT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2376000"/>
            <a:ext cx="10032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3F1F8"/>
                </a:solidFill>
                <a:latin typeface="Segoe UI"/>
              </a:rPr>
              <a:t>StreamKit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3744000"/>
            <a:ext cx="738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49EB6"/>
                </a:solidFill>
                <a:latin typeface="Segoe UI"/>
              </a:rPr>
              <a:t>Une application à installer une fois. Des modules à activer selon le jeu. Des corrections qui arrivent toutes seules, sans rien reconfigurer.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5256000"/>
            <a:ext cx="20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970FF"/>
                </a:solidFill>
                <a:latin typeface="Segoe UI"/>
              </a:rPr>
              <a:t>0.9.0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49EB6"/>
                </a:solidFill>
                <a:latin typeface="Segoe UI"/>
              </a:rPr>
              <a:t>version publiée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2000" y="5256000"/>
            <a:ext cx="20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970FF"/>
                </a:solidFill>
                <a:latin typeface="Segoe UI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49EB6"/>
                </a:solidFill>
                <a:latin typeface="Segoe UI"/>
              </a:rPr>
              <a:t>modules disponibles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000" y="5256000"/>
            <a:ext cx="20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A970FF"/>
                </a:solidFill>
                <a:latin typeface="Segoe UI"/>
              </a:rPr>
              <a:t>2 min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49EB6"/>
                </a:solidFill>
                <a:latin typeface="Segoe UI"/>
              </a:rPr>
              <a:t>pour installer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372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49EB6"/>
                </a:solidFill>
                <a:latin typeface="Segoe UI"/>
              </a:rPr>
              <a:t>Windows ·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Aujourd’hui, chaque outil vit dans son coin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Quatre outils, quatre dossiers, quatre façons de les lancer — et un correctif qui se distribue à la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214000"/>
            <a:ext cx="2539530" cy="2196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Un dossier par outil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Bot musique ici, roue Rocket League là, overlay Valorant ailleurs. Autant de raccourcis et de fenêtres noires.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7530" y="2214000"/>
            <a:ext cx="2539530" cy="2196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⚙️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Une configuration par outil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Les mêmes identifiants Twitch recopiés dans chaque outil, à chaque réinstallation.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2214000"/>
            <a:ext cx="2539530" cy="2196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Un correctif = tout renvoyer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 zip, un message, et l’espoir que personne n’écrase ses réglages en décompressant.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2590" y="2214000"/>
            <a:ext cx="2539530" cy="2196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Aucune visibilité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Est-ce que ça tourne ? On l’apprend quand le chat le fait remarquer.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4643999"/>
            <a:ext cx="10752119" cy="720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E0A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0A33E"/>
                </a:solidFill>
                <a:latin typeface="Segoe UI"/>
              </a:rPr>
              <a:t>Le vrai coût n’est pas l’installation, c’est la maintenance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Chaque correction se paie en messages, en captures d’écran et en « ça remarche pas chez moi 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643999"/>
            <a:ext cx="46800" cy="720000"/>
          </a:xfrm>
          <a:prstGeom prst="rect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LA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StreamKit, en une phrase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782000"/>
            <a:ext cx="10752119" cy="1512000"/>
          </a:xfrm>
          <a:prstGeom prst="roundRect">
            <a:avLst>
              <a:gd name="adj" fmla="val 5000"/>
            </a:avLst>
          </a:prstGeom>
          <a:solidFill>
            <a:srgbClr val="1E1B26"/>
          </a:solidFill>
          <a:ln w="15875">
            <a:solidFill>
              <a:srgbClr val="A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3999" rIns="503999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500" b="0">
                <a:solidFill>
                  <a:srgbClr val="F3F1F8"/>
                </a:solidFill>
                <a:latin typeface="Segoe UI"/>
              </a:rPr>
              <a:t>Une seule application qui contient tous tes outils, </a:t>
            </a:r>
            <a:r>
              <a:rPr sz="2500" b="1">
                <a:solidFill>
                  <a:srgbClr val="A970FF"/>
                </a:solidFill>
                <a:latin typeface="Segoe UI"/>
              </a:rPr>
              <a:t>et qui se met à jour toute seule.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546000"/>
            <a:ext cx="3452039" cy="1440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1 · Tu installes une fois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 fichier .exe, un double-clic. Pas de Node.js, pas de ligne de commande, pas de droits administrateur.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040" y="3546000"/>
            <a:ext cx="3452039" cy="1440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2 · Tu actives ce que tu veux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Les modules sont rangés par jeu. Tu allumes le bot musique, tu laisses le reste éteint : rien ne tourne pour rien.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0079" y="3546000"/>
            <a:ext cx="3452039" cy="1440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3 · Je corrige, tu reçois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 bouton apparaît dans ta fenêtre. Un clic, StreamKit redémarre à jour, et tes réglages sont toujours là.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372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49EB6"/>
                </a:solidFill>
                <a:latin typeface="Segoe UI"/>
              </a:rPr>
              <a:t>Le socle est commun : une seule connexion Twitch, un seul journal, un seul écran de réglages pour tous les modules.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CE QU’IL Y A DEDANS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Les modules, rangés par jeu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Un module = une fonctionnalité. La colonne de gauche est ta télécommande.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188799"/>
            <a:ext cx="2231503" cy="35424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31999"/>
            <a:ext cx="2145103" cy="345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96000" y="2231999"/>
            <a:ext cx="83761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70FF"/>
                </a:solidFill>
                <a:latin typeface="Segoe UI"/>
              </a:rPr>
              <a:t>🟣  Twitch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000" y="2519999"/>
            <a:ext cx="8196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Clips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La commande !clip découpe les 30 dernières secondes. Ce qui est écrit après devient le titre du clip.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000" y="3096000"/>
            <a:ext cx="8196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Bot Musique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Les viewers dépensent leurs points de chaîne, le morceau part dans ta file Spotify. Refus et passage inclus.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000" y="3707999"/>
            <a:ext cx="83761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A8FF"/>
                </a:solidFill>
                <a:latin typeface="Segoe UI"/>
              </a:rPr>
              <a:t>🚀  Rocket League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000" y="3996000"/>
            <a:ext cx="8196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Roue des voitures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Une récompense tire une carrosserie au hasard parmi celles que tu possèdes, en machine à sous sur l’overlay.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4608000"/>
            <a:ext cx="83761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🔫  Valorant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000" y="4896000"/>
            <a:ext cx="8196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Bandeau de session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Victoires, défaites et RR gagnés depuis le début du live, affichés en direct.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6000" y="5562000"/>
            <a:ext cx="8376119" cy="827999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A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A970FF"/>
                </a:solidFill>
                <a:latin typeface="Segoe UI"/>
              </a:rPr>
              <a:t>La suite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League of Legends (bilan victoires/défaites, timers de flash) et deux modules Rocket League de plus sont en préparation.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6000" y="5562000"/>
            <a:ext cx="46800" cy="827999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LE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Ce qui se passe pendant un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StreamKit écoute ta chaîne et pilote tes outils. Tout se passe sur ton PC.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591999"/>
            <a:ext cx="309600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Twitch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 viewer dépense ses points de chaîne, ou tape une commande dans le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8060" y="2591999"/>
            <a:ext cx="309600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9050">
            <a:solidFill>
              <a:srgbClr val="A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🎛️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StreamKit, sur ton PC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 module concerné réagit : il vérifie, il agit, et il écrit ce qu’il a fait dans le journal.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76120" y="2591999"/>
            <a:ext cx="309600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Spotify · OBS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 morceau part dans ta file d’attente, l’overlay s’anime devant tes viewers.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84029" y="3340800"/>
            <a:ext cx="396000" cy="162000"/>
          </a:xfrm>
          <a:prstGeom prst="rightArrow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812090" y="3340800"/>
            <a:ext cx="396000" cy="162000"/>
          </a:xfrm>
          <a:prstGeom prst="rightArrow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0000" y="4679999"/>
            <a:ext cx="5277059" cy="1260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46D17F"/>
                </a:solidFill>
                <a:latin typeface="Segoe UI"/>
              </a:rPr>
              <a:t>Ferme la fenêtre sans crainte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StreamKit continue de tourner près de l’horloge. La fenêtre n’est qu’un tableau de bord, pas le programme.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4679999"/>
            <a:ext cx="5277059" cy="1260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46D17F"/>
                </a:solidFill>
                <a:latin typeface="Segoe UI"/>
              </a:rPr>
              <a:t>Aucun serveur, aucun compte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Rien ne transite par un service tiers : ta chaîne parle directement à ton PC.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LE POINT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La mise à jour se fait toute seule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C’est la raison d’être de StreamKit : corriger une fois, et que tout le monde en profite.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296800"/>
            <a:ext cx="5630400" cy="3576569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m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40000"/>
            <a:ext cx="5544000" cy="3490169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696000" y="236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0000" y="2347200"/>
            <a:ext cx="4362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Un bouton apparaît en haut de ta fenêtre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Jamais une notification Windows : une bulle système pendant que tu captures ton écran serait diffusée à tes viewers.</a:t>
            </a:r>
          </a:p>
        </p:txBody>
      </p:sp>
      <p:sp>
        <p:nvSpPr>
          <p:cNvPr id="11" name="Oval 10"/>
          <p:cNvSpPr/>
          <p:nvPr/>
        </p:nvSpPr>
        <p:spPr>
          <a:xfrm>
            <a:off x="6696000" y="326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0000" y="3247200"/>
            <a:ext cx="4362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Un clic, et c’est fait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StreamKit se ferme, se remplace et redémarre tout seul. Une quinzaine de secondes.</a:t>
            </a:r>
          </a:p>
        </p:txBody>
      </p:sp>
      <p:sp>
        <p:nvSpPr>
          <p:cNvPr id="13" name="Oval 12"/>
          <p:cNvSpPr/>
          <p:nvPr/>
        </p:nvSpPr>
        <p:spPr>
          <a:xfrm>
            <a:off x="6696000" y="416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0000" y="4147200"/>
            <a:ext cx="4362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Tes réglages ne bougent pas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Ils sont rangés ailleurs que le programme. Même une désinstallation suivie d’une réinstallation les retrouve.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6000" y="5256000"/>
            <a:ext cx="4776119" cy="936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E0A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0A33E"/>
                </a:solidFill>
                <a:latin typeface="Segoe UI"/>
              </a:rPr>
              <a:t>À garder en tête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Une correction n’est visible qu’après la mise à jour : la version qui tourne au moment où tu lis le message est encore l’ancienne.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6000" y="5256000"/>
            <a:ext cx="46800" cy="936000"/>
          </a:xfrm>
          <a:prstGeom prst="rect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Tes codes restent chez toi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StreamKit n’a pas de serveur. Il n’y a personne au milieu.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268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Tout tourne en local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Aucune donnée n’est envoyée nulle part. StreamKit parle directement à Twitch et à Spotify, depuis ton 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040" y="2268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Tes propres applications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Tu crées ton application Twitch et ton application Spotify. Personne d’autre — moi compris — n’a d’accès à ta chaîne.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0079" y="2268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Un dossier à ne pas partager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Réglages et jetons vivent dans %APPDATA%\StreamKit. C’est le seul endroit sensible de toute l’installation.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320000"/>
            <a:ext cx="10752119" cy="936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E05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0554E"/>
                </a:solidFill>
                <a:latin typeface="Segoe UI"/>
              </a:rPr>
              <a:t>⚠  Ne partage jamais ce dossier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Ni par message, ni dans un zip, ni dans une capture d’écran. Il contient de quoi agir sur ta chaîne à ta place. (Windows + R, puis %APPDATA%\StreamKit pour y aller.)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320000"/>
            <a:ext cx="46800" cy="936000"/>
          </a:xfrm>
          <a:prstGeom prst="rect">
            <a:avLst/>
          </a:prstGeom>
          <a:solidFill>
            <a:srgbClr val="E0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000" y="2520000"/>
            <a:ext cx="10032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70FF"/>
                </a:solidFill>
                <a:latin typeface="Segoe UI"/>
              </a:rPr>
              <a:t>DEUXIÈME PARTIE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2951999"/>
            <a:ext cx="1003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3F1F8"/>
                </a:solidFill>
                <a:latin typeface="Segoe UI"/>
              </a:rPr>
              <a:t>Mode opératoire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4104000"/>
            <a:ext cx="75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49EB6"/>
                </a:solidFill>
                <a:latin typeface="Segoe UI"/>
              </a:rPr>
              <a:t>De rien du tout à un overlay qui tourne dans OBS : six étapes, une dizaine de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1 · DEUX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Installer StreamKit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0000" y="1843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" y="1825200"/>
            <a:ext cx="57060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Télécharge le programme d’installation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Sur la page des versions du dépôt, prends le fichier StreamKit-Setup-0.9.0.exe (le plus récent).</a:t>
            </a:r>
          </a:p>
        </p:txBody>
      </p:sp>
      <p:sp>
        <p:nvSpPr>
          <p:cNvPr id="8" name="Oval 7"/>
          <p:cNvSpPr/>
          <p:nvPr/>
        </p:nvSpPr>
        <p:spPr>
          <a:xfrm>
            <a:off x="720000" y="2689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000" y="2671200"/>
            <a:ext cx="57060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Double-clique dessus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Il n’y a rien à choisir : ni dossier, ni options, ni redémarrage. L’installation dure quelques secondes.</a:t>
            </a:r>
          </a:p>
        </p:txBody>
      </p:sp>
      <p:sp>
        <p:nvSpPr>
          <p:cNvPr id="10" name="Oval 9"/>
          <p:cNvSpPr/>
          <p:nvPr/>
        </p:nvSpPr>
        <p:spPr>
          <a:xfrm>
            <a:off x="720000" y="353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000" y="3517200"/>
            <a:ext cx="57060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Laisse passer l’avertissement Windows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« Windows a protégé votre ordinateur » → Informations complémentaires → Exécuter quand même. Une seule fois.</a:t>
            </a:r>
          </a:p>
        </p:txBody>
      </p:sp>
      <p:sp>
        <p:nvSpPr>
          <p:cNvPr id="12" name="Oval 11"/>
          <p:cNvSpPr/>
          <p:nvPr/>
        </p:nvSpPr>
        <p:spPr>
          <a:xfrm>
            <a:off x="720000" y="4381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4000" y="4363200"/>
            <a:ext cx="5706000" cy="8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StreamKit s’ouvre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Une fenêtre sombre, une colonne de modules à gauche, un indicateur rouge en haut : c’est normal, rien n’est encore connecté.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3999" y="1854000"/>
            <a:ext cx="4128119" cy="158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98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Où télécharger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F3F1F8"/>
                </a:solidFill>
                <a:latin typeface="Consolas"/>
              </a:rPr>
              <a:t>github.com/45jmpmd6kq-ui/StreamKit/releases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 fichier fait environ 80 Mo : tout est dedans, il n’y a rien d’autre à installer.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3999" y="3654000"/>
            <a:ext cx="4128119" cy="1655999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E0A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0A33E"/>
                </a:solidFill>
                <a:latin typeface="Segoe UI"/>
              </a:rPr>
              <a:t>Pourquoi cet avertissement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Le programme n’est pas signé numériquement : le certificat coûte plusieurs centaines d’euros par an. Windows prévient qu’il ne connaît pas l’éditeur, pas que le fichier est dangereux.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3999" y="3654000"/>
            <a:ext cx="46800" cy="1655999"/>
          </a:xfrm>
          <a:prstGeom prst="rect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800" y="5302800"/>
            <a:ext cx="4190400" cy="5788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c-band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5346000"/>
            <a:ext cx="4104000" cy="4924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0000" y="6012000"/>
            <a:ext cx="57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Au premier lancement : l’indicateur est rouge, rien n’est encore connecté.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372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49EB6"/>
                </a:solidFill>
                <a:latin typeface="Segoe UI"/>
              </a:rPr>
              <a:t>Aucun droit administrateur n’est demandé : StreamKit s’installe dans ton profil utilisateur.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2 · TROIS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Connecter ta chaîne Twitch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À faire une seule fois. Tous les modules Twitch se serviront de cette connexion.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170800"/>
            <a:ext cx="4772903" cy="41904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t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14000"/>
            <a:ext cx="4686503" cy="410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940000" y="2203199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3999" y="2185200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Clique sur l’indicateur rouge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Tout en haut de la fenêtre. L’assistant ci-contre s’ouvre.</a:t>
            </a:r>
          </a:p>
        </p:txBody>
      </p:sp>
      <p:sp>
        <p:nvSpPr>
          <p:cNvPr id="11" name="Oval 10"/>
          <p:cNvSpPr/>
          <p:nvPr/>
        </p:nvSpPr>
        <p:spPr>
          <a:xfrm>
            <a:off x="5940000" y="290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999" y="2887200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Ouvre la console développeur Twitch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 lien est dans l’assistant. C’est gratuit et ça ne demande que ton compte Twitch habituel.</a:t>
            </a:r>
          </a:p>
        </p:txBody>
      </p:sp>
      <p:sp>
        <p:nvSpPr>
          <p:cNvPr id="13" name="Oval 12"/>
          <p:cNvSpPr/>
          <p:nvPr/>
        </p:nvSpPr>
        <p:spPr>
          <a:xfrm>
            <a:off x="5940000" y="3607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999" y="3589199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Crée une application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Nom : StreamKit. Catégorie : Chat Bot. Les deux sont libres, mais autant s’y retrouver plus tard.</a:t>
            </a:r>
          </a:p>
        </p:txBody>
      </p:sp>
      <p:sp>
        <p:nvSpPr>
          <p:cNvPr id="15" name="Oval 14"/>
          <p:cNvSpPr/>
          <p:nvPr/>
        </p:nvSpPr>
        <p:spPr>
          <a:xfrm>
            <a:off x="5940000" y="4309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999" y="4291200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Colle l’URL de redirection affichée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http://localhost:4455/callback/twitch — au caractère près. C’est la cause numéro un des échecs d’autorisation.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5940000" y="5011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999" y="4993200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Récupère l’ID et le secret client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Colle-les avec le nom de ta chaîne, puis « Enregistrer et autoriser ».</a:t>
            </a:r>
          </a:p>
        </p:txBody>
      </p:sp>
      <p:sp>
        <p:nvSpPr>
          <p:cNvPr id="19" name="Oval 18"/>
          <p:cNvSpPr/>
          <p:nvPr/>
        </p:nvSpPr>
        <p:spPr>
          <a:xfrm>
            <a:off x="5940000" y="5713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999" y="5695199"/>
            <a:ext cx="5118119" cy="7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Autorise dans le navigateur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Une page Twitch s’ouvre. Tu cliques sur Autoriser, tu reviens : l’indicateur est passé au vert.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3 · SEULEMENT POUR LE BOT MUSIQUE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Connecter Spotify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Les services externes se configurent au même endroit : l’écran Connecteurs. Les modules y puisent tout seuls.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260800"/>
            <a:ext cx="6350399" cy="40035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spo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04000"/>
            <a:ext cx="6263999" cy="391716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416000" y="2329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0000" y="2311200"/>
            <a:ext cx="3642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Ouvre Connecteurs, puis la carte Spotify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Dans la colonne de gauche, juste sous « Vue d’ensemble ».</a:t>
            </a:r>
          </a:p>
        </p:txBody>
      </p:sp>
      <p:sp>
        <p:nvSpPr>
          <p:cNvPr id="11" name="Oval 10"/>
          <p:cNvSpPr/>
          <p:nvPr/>
        </p:nvSpPr>
        <p:spPr>
          <a:xfrm>
            <a:off x="7416000" y="3121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0000" y="3103199"/>
            <a:ext cx="3642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Crée ton application Spotify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Sur le tableau de bord développeur : Create app, nom et description libres, coche « Web API ».</a:t>
            </a:r>
          </a:p>
        </p:txBody>
      </p:sp>
      <p:sp>
        <p:nvSpPr>
          <p:cNvPr id="13" name="Oval 12"/>
          <p:cNvSpPr/>
          <p:nvPr/>
        </p:nvSpPr>
        <p:spPr>
          <a:xfrm>
            <a:off x="7416000" y="3913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0000" y="3895200"/>
            <a:ext cx="3642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Colle l’adresse de retour affichée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Elle est donnée dans la carte, avec un bouton Copier. Là encore : au caractère près.</a:t>
            </a:r>
          </a:p>
        </p:txBody>
      </p:sp>
      <p:sp>
        <p:nvSpPr>
          <p:cNvPr id="15" name="Oval 14"/>
          <p:cNvSpPr/>
          <p:nvPr/>
        </p:nvSpPr>
        <p:spPr>
          <a:xfrm>
            <a:off x="7416000" y="470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0000" y="4687200"/>
            <a:ext cx="36421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ID + secret, puis Connecter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Spotify demande ton accord, et le nom de ton compte s’affiche à côté du connecteur.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6000" y="5436000"/>
            <a:ext cx="4056119" cy="972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A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A970FF"/>
                </a:solidFill>
                <a:latin typeface="Segoe UI"/>
              </a:rPr>
              <a:t>Pourquoi ta propre application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Une application Spotify partagée est plafonnée à 25 utilisateurs à inscrire un par un. Avec une application par streamer, la limite n’existe pas.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6000" y="5436000"/>
            <a:ext cx="46800" cy="9720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Activer un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Chaque module a son écran : une description, ses réglages, ses overlays, son interrupteur.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260800"/>
            <a:ext cx="6782400" cy="369544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04000"/>
            <a:ext cx="6696000" cy="360904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930000" y="23760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7848000" y="2329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2000" y="2311200"/>
            <a:ext cx="3210119" cy="91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Choisis le module à gauche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Les catégories se replient : tu ne vois que les jeux qui t’intéressent.</a:t>
            </a:r>
          </a:p>
        </p:txBody>
      </p:sp>
      <p:sp>
        <p:nvSpPr>
          <p:cNvPr id="12" name="Oval 11"/>
          <p:cNvSpPr/>
          <p:nvPr/>
        </p:nvSpPr>
        <p:spPr>
          <a:xfrm>
            <a:off x="7848000" y="3247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2000" y="3229200"/>
            <a:ext cx="3210119" cy="91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Règle ce que tu veux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Chaque champ est expliqué sous son titre. Un champ obligatoire vide empêche le module de démarrer, et il te le dit.</a:t>
            </a:r>
          </a:p>
        </p:txBody>
      </p:sp>
      <p:sp>
        <p:nvSpPr>
          <p:cNvPr id="14" name="Oval 13"/>
          <p:cNvSpPr/>
          <p:nvPr/>
        </p:nvSpPr>
        <p:spPr>
          <a:xfrm>
            <a:off x="7848000" y="4165200"/>
            <a:ext cx="280800" cy="280800"/>
          </a:xfrm>
          <a:prstGeom prst="ellipse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2000" y="4147200"/>
            <a:ext cx="3210119" cy="91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>
                <a:solidFill>
                  <a:srgbClr val="F3F1F8"/>
                </a:solidFill>
                <a:latin typeface="Segoe UI"/>
              </a:rPr>
              <a:t>Bascule l’interrupteur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En haut à droite de l’écran du module. La pastille passe au vert quand il tourne.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8000" y="5220000"/>
            <a:ext cx="3624119" cy="900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46D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46D17F"/>
                </a:solidFill>
                <a:latin typeface="Segoe UI"/>
              </a:rPr>
              <a:t>Pas de redémarrage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Les réglages s’appliquent immédiatement, même en plein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8000" y="5220000"/>
            <a:ext cx="46800" cy="900000"/>
          </a:xfrm>
          <a:prstGeom prst="rect">
            <a:avLst/>
          </a:prstGeom>
          <a:solidFill>
            <a:srgbClr val="46D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Poser l’overlay dans 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Chaque module qui affiche quelque chose donne une adresse à coller dans 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260800"/>
            <a:ext cx="7286399" cy="1853716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04000"/>
            <a:ext cx="7200000" cy="17673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80000" y="2304000"/>
            <a:ext cx="3192119" cy="1767316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E0A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0A33E"/>
                </a:solidFill>
                <a:latin typeface="Segoe UI"/>
              </a:rPr>
              <a:t>Un overlay reste vide 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Vérifie que StreamKit tourne (l’icône près de l’horloge), puis clic droit sur la source dans OBS ▸ Actualiser.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0" y="2304000"/>
            <a:ext cx="46800" cy="1767316"/>
          </a:xfrm>
          <a:prstGeom prst="rect">
            <a:avLst/>
          </a:prstGeom>
          <a:solidFill>
            <a:srgbClr val="E0A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0000" y="4359316"/>
            <a:ext cx="253953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1 · Copie l’adresse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Bouton Copier, sur l’écran du module.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7530" y="4359316"/>
            <a:ext cx="253953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2 · Ajoute une source dans OBS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Sources ▸ + ▸ Navigateur. Donne-lui le nom que tu veux.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4359316"/>
            <a:ext cx="253953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3 · Colle l’adresse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Dans le champ URL. Largeur 1920, Hauteur 1080 : l’overlay se place tout seul dans le coin prévu.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2590" y="4359316"/>
            <a:ext cx="2539530" cy="1655999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4 · Place la 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Ajoute ?demo=1 à la fin de l’adresse pour voir un exemple, positionne, puis retire-le.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ÉTAPE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Pendant le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StreamKit vit près de l’horloge, en bas à droite de l’écran.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304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🖱️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Fermer la fenêtre ne coupe rien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La croix range StreamKit près de l’horloge. Les modules continuent de tourner : c’est fait pour.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040" y="2304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↩️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Clic droit sur l’icône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Ouvrir le tableau de bord, ou tout arrêter. Double-clic : la fenêtre revient.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0079" y="2304000"/>
            <a:ext cx="3452039" cy="1764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3F1F8"/>
                </a:solidFill>
                <a:latin typeface="Segoe UI"/>
              </a:rPr>
              <a:t>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3F1F8"/>
                </a:solidFill>
                <a:latin typeface="Segoe UI"/>
              </a:rPr>
              <a:t>Démarrer avec Windows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Roue crantée en haut à droite → Démarrer avec Windows. Il se lance directement près de l’horloge, sans fenêtre.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356000"/>
            <a:ext cx="10752119" cy="972000"/>
          </a:xfrm>
          <a:prstGeom prst="roundRect">
            <a:avLst>
              <a:gd name="adj" fmla="val 8000"/>
            </a:avLst>
          </a:prstGeom>
          <a:solidFill>
            <a:srgbClr val="262232"/>
          </a:solidFill>
          <a:ln w="12700">
            <a:solidFill>
              <a:srgbClr val="A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0" rIns="216000" tIns="162000" bIns="14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A970FF"/>
                </a:solidFill>
                <a:latin typeface="Segoe UI"/>
              </a:rPr>
              <a:t>Les statistiques suivent tes lives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1F8"/>
                </a:solidFill>
                <a:latin typeface="Segoe UI"/>
              </a:rPr>
              <a:t>L’écran « Vue d’ensemble » compte les commandes utilisées. Les compteurs repartent de zéro au début de chaque live, pas à chaque lancement de StreamKit.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356000"/>
            <a:ext cx="46800" cy="9720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Si ça coince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602000"/>
            <a:ext cx="8816738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9EB6"/>
                </a:solidFill>
                <a:latin typeface="Segoe UI"/>
              </a:rPr>
              <a:t>Le journal, en bas de la fenêtre, écrit tout ce que font les modules — même plusieurs jours après.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" y="2224800"/>
            <a:ext cx="10838519" cy="1400829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c-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68000"/>
            <a:ext cx="10752119" cy="1314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0000" y="3888000"/>
            <a:ext cx="3452039" cy="1332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Déplie-le d’un clic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Il est replié par défaut pour ne pas manger l’écran. Un clic sur « Journal » l’ouvre.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040" y="3888000"/>
            <a:ext cx="3452039" cy="1332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Filtre ce que tu cherches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Par module, par gravité (erreurs seulement), ou par mot-clé. Le compteur rouge signale les erreurs.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0079" y="3888000"/>
            <a:ext cx="3452039" cy="1332000"/>
          </a:xfrm>
          <a:prstGeom prst="roundRect">
            <a:avLst>
              <a:gd name="adj" fmla="val 6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6000" rIns="216000" tIns="198000" bIns="180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A970FF"/>
                </a:solidFill>
                <a:latin typeface="Segoe UI"/>
              </a:rPr>
              <a:t>Envoie-moi le fichier du jour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Le bouton ⤓ télécharge le journal complet. Avec ça, je vois exactement ce qui s’est passé.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70FF"/>
                </a:solidFill>
                <a:latin typeface="Segoe UI"/>
              </a:rPr>
              <a:t>AIDE-MÉMOIRE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846000"/>
            <a:ext cx="107521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F1F8"/>
                </a:solidFill>
                <a:latin typeface="Segoe UI"/>
              </a:rPr>
              <a:t>L’essentiel sur une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04000"/>
            <a:ext cx="936000" cy="32400"/>
          </a:xfrm>
          <a:prstGeom prst="rect">
            <a:avLst/>
          </a:prstGeom>
          <a:solidFill>
            <a:srgbClr val="A9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854000"/>
            <a:ext cx="10752119" cy="882000"/>
          </a:xfrm>
          <a:prstGeom prst="roundRect">
            <a:avLst>
              <a:gd name="adj" fmla="val 12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4000" rIns="32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49EB6"/>
                </a:solidFill>
                <a:latin typeface="Segoe UI"/>
              </a:rPr>
              <a:t>Télécharger / mettre à jour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3F1F8"/>
                </a:solidFill>
                <a:latin typeface="Consolas"/>
              </a:rPr>
              <a:t>github.com/45jmpmd6kq-ui/StreamKit/releases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6059" y="2124000"/>
            <a:ext cx="4656059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La version la plus récente est toujours en haut.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2898000"/>
            <a:ext cx="10752119" cy="882000"/>
          </a:xfrm>
          <a:prstGeom prst="roundRect">
            <a:avLst>
              <a:gd name="adj" fmla="val 12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4000" rIns="32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49EB6"/>
                </a:solidFill>
                <a:latin typeface="Segoe UI"/>
              </a:rPr>
              <a:t>Tableau de bord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3F1F8"/>
                </a:solidFill>
                <a:latin typeface="Consolas"/>
              </a:rPr>
              <a:t>http://127.0.0.1:4455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059" y="3168000"/>
            <a:ext cx="4656059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S’ouvre aussi en double-cliquant sur l’icône près de l’horloge.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942000"/>
            <a:ext cx="10752119" cy="882000"/>
          </a:xfrm>
          <a:prstGeom prst="roundRect">
            <a:avLst>
              <a:gd name="adj" fmla="val 12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4000" rIns="32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49EB6"/>
                </a:solidFill>
                <a:latin typeface="Segoe UI"/>
              </a:rPr>
              <a:t>Tes réglages et tes codes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3F1F8"/>
                </a:solidFill>
                <a:latin typeface="Consolas"/>
              </a:rPr>
              <a:t>%APPDATA%\StreamKit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6059" y="4212000"/>
            <a:ext cx="4656059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À ne jamais partager. Conservés d’une version à l’autre.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4986000"/>
            <a:ext cx="10752119" cy="882000"/>
          </a:xfrm>
          <a:prstGeom prst="roundRect">
            <a:avLst>
              <a:gd name="adj" fmla="val 12000"/>
            </a:avLst>
          </a:prstGeom>
          <a:solidFill>
            <a:srgbClr val="1E1B26"/>
          </a:solidFill>
          <a:ln w="12700">
            <a:solidFill>
              <a:srgbClr val="332D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4000" rIns="3240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49EB6"/>
                </a:solidFill>
                <a:latin typeface="Segoe UI"/>
              </a:rPr>
              <a:t>Overlay dans OBS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3F1F8"/>
                </a:solidFill>
                <a:latin typeface="Consolas"/>
              </a:rPr>
              <a:t>Sources ▸ + ▸ Navigateur ▸ 1920 × 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6059" y="5256000"/>
            <a:ext cx="4656059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49EB6"/>
                </a:solidFill>
                <a:latin typeface="Segoe UI"/>
              </a:rPr>
              <a:t>L’adresse se copie depuis l’écran du module.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6372000"/>
            <a:ext cx="1075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49EB6"/>
                </a:solidFill>
                <a:latin typeface="Segoe UI"/>
              </a:rPr>
              <a:t>Un souci, une idée de module ? Envoie le journal du jour, tout y est écrit.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2119" y="6372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5D75"/>
                </a:solidFill>
                <a:latin typeface="Segoe U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